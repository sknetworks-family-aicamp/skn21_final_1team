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326" r:id="rId8"/>
    <p:sldId id="262" r:id="rId9"/>
    <p:sldId id="263" r:id="rId10"/>
    <p:sldId id="266" r:id="rId11"/>
    <p:sldId id="265" r:id="rId12"/>
    <p:sldId id="268" r:id="rId13"/>
    <p:sldId id="269" r:id="rId14"/>
    <p:sldId id="270" r:id="rId15"/>
    <p:sldId id="271" r:id="rId16"/>
    <p:sldId id="272" r:id="rId17"/>
    <p:sldId id="264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302" r:id="rId43"/>
    <p:sldId id="307" r:id="rId44"/>
    <p:sldId id="299" r:id="rId45"/>
    <p:sldId id="300" r:id="rId46"/>
    <p:sldId id="301" r:id="rId47"/>
    <p:sldId id="303" r:id="rId48"/>
    <p:sldId id="306" r:id="rId49"/>
    <p:sldId id="308" r:id="rId50"/>
    <p:sldId id="323" r:id="rId51"/>
    <p:sldId id="309" r:id="rId52"/>
    <p:sldId id="305" r:id="rId53"/>
    <p:sldId id="310" r:id="rId54"/>
    <p:sldId id="327" r:id="rId55"/>
    <p:sldId id="311" r:id="rId56"/>
    <p:sldId id="312" r:id="rId57"/>
    <p:sldId id="313" r:id="rId58"/>
    <p:sldId id="314" r:id="rId59"/>
    <p:sldId id="315" r:id="rId60"/>
    <p:sldId id="319" r:id="rId61"/>
    <p:sldId id="320" r:id="rId62"/>
    <p:sldId id="322" r:id="rId63"/>
    <p:sldId id="330" r:id="rId64"/>
    <p:sldId id="329" r:id="rId65"/>
    <p:sldId id="328" r:id="rId66"/>
    <p:sldId id="325" r:id="rId6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1335BA-0FD6-9D6C-A1F0-2944852F53CD}" v="210" dt="2026-03-23T12:44:14.515"/>
    <p1510:client id="{C02BD810-BCC2-4DC0-B4FE-CCBD78B05FA1}" v="51" dt="2026-03-23T12:37:17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8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6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669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358A5-35A7-523E-22BD-731E7FA5D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B27491-8F2D-4898-D2F4-C3DA495A7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FBEEC-42CF-47C9-9837-BC3CC2994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2DFA1-B190-BAC5-DA00-B8063EB45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72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A7371-64F9-6545-7F72-F0849713C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3A4DB-A15C-6172-7A0E-26B48AC70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A11BB-9454-43D4-773B-9C3680D08E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F24AD-6404-498D-2FF7-B256288FD5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0182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ECE23-D176-3822-0CF3-25F5DB820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05049-8DB6-1638-539C-6DF363711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4FDA1-786A-EAA3-9E96-823F3E454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408AC-BDA3-B242-0BA1-EACE337967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5659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DDBAF-3F23-4B92-BA54-B1BE13D3D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0D592B-9FDB-4E0D-687A-3188CB2EE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0726D-A475-EA4C-E668-223CC38D3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23253-D320-1D48-82B5-57C1E34C2E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4220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6DF54-E3F3-5E9D-2521-071E989D5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FCCF7-6B85-A254-3DFD-4E467406E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A79CE-4B28-B37E-2CE6-D652F0D42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E1006-6FE4-B59A-D3C8-190DFF317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6965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KALPIE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화면설계서 (UI Wireframe Specification)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프로젝트: KALPIE - AI 노트북 &amp; 문서 생성 서비스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작성일: 2026-03-23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작성자</a:t>
            </a:r>
            <a:r>
              <a:rPr lang="en-US" altLang="ko-KR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ko-KR" alt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이명준</a:t>
            </a:r>
            <a:r>
              <a:rPr lang="en-US" altLang="ko-KR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(PM) </a:t>
            </a:r>
            <a:r>
              <a:rPr lang="ko-KR" alt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박내은</a:t>
            </a:r>
            <a:r>
              <a:rPr lang="ko-KR" alt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우재현</a:t>
            </a:r>
            <a:r>
              <a:rPr lang="ko-KR" alt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dirty="0" err="1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최자슈아주원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1. </a:t>
            </a:r>
            <a:r>
              <a:rPr lang="en-US" sz="1300" b="1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인증</a:t>
            </a: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300" b="1" dirty="0">
              <a:solidFill>
                <a:srgbClr val="1F2937"/>
              </a:solidFill>
              <a:ea typeface="Calibri"/>
              <a:cs typeface="Calibri"/>
            </a:endParaRPr>
          </a:p>
          <a:p>
            <a:pPr>
              <a:lnSpc>
                <a:spcPct val="180000"/>
              </a:lnSpc>
            </a:pP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2. </a:t>
            </a:r>
            <a:r>
              <a:rPr lang="en-US" sz="1300" b="1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노트북</a:t>
            </a: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목록</a:t>
            </a:r>
            <a:r>
              <a:rPr lang="en-US" altLang="ko-KR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altLang="ko-KR" sz="1300" b="1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페이지</a:t>
            </a:r>
            <a:endParaRPr lang="en-US" altLang="ko-KR" sz="1300" b="1">
              <a:solidFill>
                <a:srgbClr val="1F2937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80000"/>
              </a:lnSpc>
            </a:pP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3. </a:t>
            </a:r>
            <a:r>
              <a:rPr lang="en-US" sz="1300" b="1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노트북</a:t>
            </a: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ko-KR" alt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페이지</a:t>
            </a:r>
            <a:endParaRPr lang="en-US" altLang="ko-KR" sz="1300" b="1" dirty="0">
              <a:solidFill>
                <a:srgbClr val="1F2937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8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4. </a:t>
            </a:r>
            <a:r>
              <a:rPr lang="en-US" sz="1300" b="1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Bookalpie</a:t>
            </a: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1300" b="1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연동</a:t>
            </a:r>
            <a:endParaRPr lang="ko-KR" altLang="en-US" sz="1300" b="1">
              <a:solidFill>
                <a:srgbClr val="1F2937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8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5. </a:t>
            </a:r>
            <a:r>
              <a:rPr lang="en-US" sz="1300" b="1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북마크</a:t>
            </a: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관리</a:t>
            </a: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 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6. URL </a:t>
            </a:r>
            <a:r>
              <a:rPr lang="en-US" sz="1300" b="1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추가</a:t>
            </a: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 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7. </a:t>
            </a:r>
            <a:r>
              <a:rPr lang="en-US" sz="1300" b="1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채팅</a:t>
            </a: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 </a:t>
            </a:r>
          </a:p>
          <a:p>
            <a:pPr marL="0" indent="0">
              <a:lnSpc>
                <a:spcPct val="18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8. </a:t>
            </a:r>
            <a:r>
              <a:rPr lang="en-US" sz="1300" b="1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채팅</a:t>
            </a: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RAG </a:t>
            </a:r>
            <a:endParaRPr lang="en-US" sz="1300" b="1" dirty="0">
              <a:solidFill>
                <a:srgbClr val="1F2937"/>
              </a:solidFill>
              <a:ea typeface="Calibri"/>
              <a:cs typeface="Calibri"/>
            </a:endParaRPr>
          </a:p>
          <a:p>
            <a:pPr marL="0" indent="0">
              <a:lnSpc>
                <a:spcPct val="18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9. </a:t>
            </a:r>
            <a:r>
              <a:rPr lang="en-US" sz="1300" b="1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문서</a:t>
            </a: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만들기</a:t>
            </a: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 </a:t>
            </a:r>
          </a:p>
          <a:p>
            <a:pPr>
              <a:lnSpc>
                <a:spcPct val="180000"/>
              </a:lnSpc>
            </a:pP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10. </a:t>
            </a:r>
            <a:r>
              <a:rPr lang="ko-KR" altLang="en-US" sz="1300" b="1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이동</a:t>
            </a: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및</a:t>
            </a: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1300" b="1" dirty="0" err="1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로그</a:t>
            </a:r>
            <a:r>
              <a:rPr lang="ko-KR" alt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아웃</a:t>
            </a:r>
            <a:r>
              <a:rPr lang="en-US" sz="1300" b="1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73152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인증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화면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로그인 (라이트 모드)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Kalpie.net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 로그인 시 초기화면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6_스크린샷_2026-03-23_17274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56</a:t>
            </a:r>
            <a:endParaRPr 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7DE1CA-616F-D088-069C-6E5354AB6D1F}"/>
              </a:ext>
            </a:extLst>
          </p:cNvPr>
          <p:cNvSpPr txBox="1"/>
          <p:nvPr/>
        </p:nvSpPr>
        <p:spPr>
          <a:xfrm>
            <a:off x="7680960" y="1362456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로그인 (다크 모드)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다크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모드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라이트 모드로 변경 및 회원가입 페이지로 이동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6_스크린샷_2026-03-23_17275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56</a:t>
            </a:r>
            <a:endParaRPr 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A8A8FE-D58E-BBA4-5DA6-30FD7DD9A6D3}"/>
              </a:ext>
            </a:extLst>
          </p:cNvPr>
          <p:cNvSpPr txBox="1"/>
          <p:nvPr/>
        </p:nvSpPr>
        <p:spPr>
          <a:xfrm>
            <a:off x="7687056" y="136169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2D3D3E-8189-F3F0-2F1D-56C477211D78}"/>
              </a:ext>
            </a:extLst>
          </p:cNvPr>
          <p:cNvSpPr txBox="1"/>
          <p:nvPr/>
        </p:nvSpPr>
        <p:spPr>
          <a:xfrm>
            <a:off x="5546361" y="2308455"/>
            <a:ext cx="6130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회원가입 </a:t>
            </a:r>
            <a:r>
              <a:rPr lang="en-US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화면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정보 입력 후 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56</a:t>
            </a:r>
            <a:endParaRPr lang="en-US" sz="9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041F98D-CBB1-892C-0AF0-F621266C1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03331"/>
            <a:ext cx="8321040" cy="37344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BCC422-5990-1C20-FA87-6B5F3E6AF3C8}"/>
              </a:ext>
            </a:extLst>
          </p:cNvPr>
          <p:cNvSpPr txBox="1"/>
          <p:nvPr/>
        </p:nvSpPr>
        <p:spPr>
          <a:xfrm>
            <a:off x="5417445" y="3770114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8A16E-3357-C1BB-3DC1-B1F50ABE2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A40BA4-72AC-7310-91E8-886A27325F95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6BEBC5E-CAC0-576E-8909-1A67B9C31DC5}"/>
              </a:ext>
            </a:extLst>
          </p:cNvPr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95182DA-7AB8-B864-4282-7794E094FD64}"/>
              </a:ext>
            </a:extLst>
          </p:cNvPr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6B51F42-B5EA-BEA2-181B-B2770C1B4A34}"/>
              </a:ext>
            </a:extLst>
          </p:cNvPr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SCR-004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6DCA31-A8AF-2394-F371-70147868B04F}"/>
              </a:ext>
            </a:extLst>
          </p:cNvPr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로그인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4E541D1-A64E-6248-54E0-790193CC8346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로그임 페이지로 이동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정보 입력 후  로그인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D1996ED-E3FE-1F03-C625-489FE5A9ACD4}"/>
              </a:ext>
            </a:extLst>
          </p:cNvPr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6_스크린샷_2026-03-23_172749.png">
            <a:extLst>
              <a:ext uri="{FF2B5EF4-FFF2-40B4-BE49-F238E27FC236}">
                <a16:creationId xmlns:a16="http://schemas.microsoft.com/office/drawing/2014/main" id="{853CDCD9-E189-C1A9-78EC-FFCF0AD315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77E13B46-17C2-F410-23FA-2B40A1034AF8}"/>
              </a:ext>
            </a:extLst>
          </p:cNvPr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56</a:t>
            </a:r>
            <a:endParaRPr 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0DD3DB-C7EB-E48A-C996-EB6C3BDDCC22}"/>
              </a:ext>
            </a:extLst>
          </p:cNvPr>
          <p:cNvSpPr txBox="1"/>
          <p:nvPr/>
        </p:nvSpPr>
        <p:spPr>
          <a:xfrm>
            <a:off x="5552357" y="3408613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61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73152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600" b="1" dirty="0">
                <a:solidFill>
                  <a:srgbClr val="FFFFFF"/>
                </a:solidFill>
                <a:latin typeface="Arial Black"/>
                <a:ea typeface="Calibri"/>
                <a:cs typeface="Calibri"/>
              </a:rPr>
              <a:t>노트북</a:t>
            </a:r>
            <a:r>
              <a:rPr lang="en-US" sz="3600" b="1" dirty="0">
                <a:solidFill>
                  <a:srgbClr val="FFFFFF"/>
                </a:solidFill>
                <a:latin typeface="Arial Black"/>
                <a:ea typeface="Calibri"/>
                <a:cs typeface="Calibri"/>
              </a:rPr>
              <a:t> </a:t>
            </a:r>
            <a:r>
              <a:rPr lang="ko-KR" altLang="en-US" sz="3600" b="1" dirty="0" err="1">
                <a:solidFill>
                  <a:srgbClr val="FFFFFF"/>
                </a:solidFill>
                <a:latin typeface="Arial Black"/>
                <a:ea typeface="Calibri"/>
                <a:cs typeface="Calibri"/>
              </a:rPr>
              <a:t>목록</a:t>
            </a:r>
            <a:r>
              <a:rPr lang="en-US" sz="3600" b="1" dirty="0">
                <a:solidFill>
                  <a:srgbClr val="FFFFFF"/>
                </a:solidFill>
                <a:latin typeface="Arial Black"/>
                <a:ea typeface="Calibri"/>
                <a:cs typeface="Calibri"/>
              </a:rPr>
              <a:t> </a:t>
            </a:r>
            <a:r>
              <a:rPr lang="ko-KR" altLang="en-US" sz="3600" b="1" dirty="0" err="1">
                <a:solidFill>
                  <a:srgbClr val="FFFFFF"/>
                </a:solidFill>
                <a:latin typeface="Arial Black"/>
                <a:ea typeface="Calibri"/>
                <a:cs typeface="Calibri"/>
              </a:rPr>
              <a:t>페이</a:t>
            </a:r>
            <a:r>
              <a:rPr lang="ko-KR" altLang="en-US" sz="3600" b="1" dirty="0">
                <a:solidFill>
                  <a:srgbClr val="FFFFFF"/>
                </a:solidFill>
                <a:latin typeface="Arial Black"/>
                <a:ea typeface="Calibri"/>
                <a:cs typeface="Calibri"/>
              </a:rPr>
              <a:t>지</a:t>
            </a:r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9개 화면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노트북 </a:t>
            </a:r>
            <a:r>
              <a:rPr lang="ko-KR" alt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목록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-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기본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목록</a:t>
            </a:r>
            <a:endParaRPr lang="en-US" sz="1600" dirty="0" err="1">
              <a:latin typeface="Arial Black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 기본 화면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 없을 시 생성 필요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)/  p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클릭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6_스크린샷_2026-03-23_1728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095316-2618-2B55-2D09-FBA4F75BD3E8}"/>
              </a:ext>
            </a:extLst>
          </p:cNvPr>
          <p:cNvSpPr txBox="1"/>
          <p:nvPr/>
        </p:nvSpPr>
        <p:spPr>
          <a:xfrm>
            <a:off x="2247026" y="1887450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노트북 </a:t>
            </a:r>
            <a:r>
              <a:rPr lang="ko-KR" alt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목록</a:t>
            </a:r>
            <a:r>
              <a:rPr 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 – </a:t>
            </a:r>
            <a:r>
              <a:rPr lang="ko-KR" alt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핀 해제</a:t>
            </a:r>
            <a:endParaRPr lang="en-US" sz="1600">
              <a:latin typeface="Arial Black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핀 해제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 기준 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7_스크린샷_2026-03-23_17285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3A62EB-6322-0DE8-794E-49FD0A176503}"/>
              </a:ext>
            </a:extLst>
          </p:cNvPr>
          <p:cNvSpPr txBox="1"/>
          <p:nvPr/>
        </p:nvSpPr>
        <p:spPr>
          <a:xfrm>
            <a:off x="8170164" y="2787134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노트북 </a:t>
            </a:r>
            <a:r>
              <a:rPr lang="ko-KR" alt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목록</a:t>
            </a:r>
            <a:r>
              <a:rPr 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 - </a:t>
            </a:r>
            <a:r>
              <a:rPr lang="en-US" sz="1600" b="1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정렬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드롭다운</a:t>
            </a:r>
            <a:endParaRPr lang="en-US" sz="1600" err="1">
              <a:latin typeface="Arial Black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최근순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생성순 / 이름순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옵션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 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클릭 후 노트북 이름 입력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7_스크린샷_2026-03-23_17284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C3C5DF-4479-5640-A2B1-A15C59562B05}"/>
              </a:ext>
            </a:extLst>
          </p:cNvPr>
          <p:cNvSpPr txBox="1"/>
          <p:nvPr/>
        </p:nvSpPr>
        <p:spPr>
          <a:xfrm>
            <a:off x="981456" y="3324531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노트북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목록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– </a:t>
            </a:r>
            <a:r>
              <a:rPr lang="ko-KR" alt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새 노트북 생성</a:t>
            </a:r>
            <a:endParaRPr lang="en-US" sz="1600">
              <a:latin typeface="Arial Black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 생성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 </a:t>
            </a:r>
            <a:r>
              <a:rPr lang="ko-KR" alt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호버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후 이름 바꾸기 클릭 후 이름 재입력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7_스크린샷_2026-03-23_1729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9D5C69-E1CE-5EA2-B8B9-3C6B8AC86CB4}"/>
              </a:ext>
            </a:extLst>
          </p:cNvPr>
          <p:cNvSpPr txBox="1"/>
          <p:nvPr/>
        </p:nvSpPr>
        <p:spPr>
          <a:xfrm>
            <a:off x="3260885" y="3156466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노트북</a:t>
            </a:r>
            <a:r>
              <a:rPr lang="en-US" altLang="ko-KR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목록</a:t>
            </a:r>
            <a:r>
              <a:rPr 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 - </a:t>
            </a:r>
            <a:r>
              <a:rPr lang="en-US" sz="1600" b="1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이름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변경</a:t>
            </a:r>
            <a:endParaRPr lang="en-US" sz="1600">
              <a:latin typeface="Arial Black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이름이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 </a:t>
            </a:r>
            <a:r>
              <a:rPr lang="ko-KR" alt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호버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시 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버튼 및 설정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바꾸기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7_스크린샷_2026-03-23_17293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D07367-4C65-4218-C029-A38E6B94A51C}"/>
              </a:ext>
            </a:extLst>
          </p:cNvPr>
          <p:cNvSpPr txBox="1"/>
          <p:nvPr/>
        </p:nvSpPr>
        <p:spPr>
          <a:xfrm>
            <a:off x="3455757" y="3063240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노트북</a:t>
            </a:r>
            <a:r>
              <a:rPr lang="en-US" altLang="ko-KR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목록</a:t>
            </a:r>
            <a:r>
              <a:rPr 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 - </a:t>
            </a:r>
            <a:r>
              <a:rPr lang="en-US" sz="1600" b="1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노트북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- </a:t>
            </a:r>
            <a:r>
              <a:rPr lang="en-US" sz="1600" b="1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컨텍스트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메뉴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(</a:t>
            </a:r>
            <a:r>
              <a:rPr lang="en-US" sz="1600" b="1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삭제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선택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)</a:t>
            </a:r>
            <a:endParaRPr lang="en-US" sz="1600">
              <a:latin typeface="Arial Black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삭제할 노트북의 컨텍스트 메뉴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8_스크린샷_2026-03-23_17294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노트북 </a:t>
            </a:r>
            <a:r>
              <a:rPr lang="ko-KR" alt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목록</a:t>
            </a:r>
            <a:r>
              <a:rPr 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 - </a:t>
            </a:r>
            <a:r>
              <a:rPr lang="en-US" sz="1600" b="1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삭제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확인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모달</a:t>
            </a:r>
            <a:endParaRPr lang="en-US" sz="1600" err="1">
              <a:latin typeface="Arial Black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 삭제 확인 다이얼로그 (취소/삭제)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8_스크린샷_2026-03-23_17294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노트북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목록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 -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삭제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완료</a:t>
            </a:r>
            <a:endParaRPr lang="en-US" sz="1600" err="1">
              <a:latin typeface="Arial Black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 삭제 후 목록 상태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8_스크린샷_2026-03-23_17295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91CE5E-ECF4-5B59-597E-4BCEDF127075}"/>
              </a:ext>
            </a:extLst>
          </p:cNvPr>
          <p:cNvSpPr txBox="1"/>
          <p:nvPr/>
        </p:nvSpPr>
        <p:spPr>
          <a:xfrm>
            <a:off x="3852996" y="3080269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노트북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목록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 -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고정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변경</a:t>
            </a:r>
            <a:endParaRPr lang="en-US" sz="1600" dirty="0">
              <a:latin typeface="Arial Black"/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고정(Pinned) 노트북 변경 후 상태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6_스크린샷_2026-03-23_17284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73152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노트북</a:t>
            </a:r>
            <a:r>
              <a:rPr lang="en-US" sz="3600" b="1" dirty="0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3600" b="1" dirty="0" err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페이</a:t>
            </a:r>
            <a:r>
              <a:rPr lang="ko-KR" altLang="en-US" sz="3600" b="1" dirty="0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지</a:t>
            </a:r>
            <a:endParaRPr lang="ko-KR" altLang="en-US" sz="3600" b="1" dirty="0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화면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노트북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페이지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-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초기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빈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화면</a:t>
            </a:r>
            <a:endParaRPr lang="en-US" sz="1600" dirty="0" err="1">
              <a:latin typeface="Arial Black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 레이아웃: 북마크 사이드바 / 채팅 영역 / AI 문서 패널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8_스크린샷_2026-03-23_17301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8C1E7A-1B6F-A30D-1DF6-64AFB39A89E3}"/>
              </a:ext>
            </a:extLst>
          </p:cNvPr>
          <p:cNvSpPr txBox="1"/>
          <p:nvPr/>
        </p:nvSpPr>
        <p:spPr>
          <a:xfrm>
            <a:off x="1874295" y="1438019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노트북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 </a:t>
            </a:r>
            <a:r>
              <a:rPr lang="ko-KR" alt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페이지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 -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Bookalpie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연동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팝업</a:t>
            </a:r>
            <a:endParaRPr lang="en-US" sz="1600" dirty="0" err="1">
              <a:latin typeface="Arial Black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크롬 확장프로그램 연동 키 발급 버튼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8_스크린샷_2026-03-23_17302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171381-70F7-1169-6FCC-61BF5B1E8CF8}"/>
              </a:ext>
            </a:extLst>
          </p:cNvPr>
          <p:cNvSpPr txBox="1"/>
          <p:nvPr/>
        </p:nvSpPr>
        <p:spPr>
          <a:xfrm>
            <a:off x="2931101" y="1565436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SCR-016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노트북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 </a:t>
            </a:r>
            <a:r>
              <a:rPr lang="ko-KR" alt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페이지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 -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연동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키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발급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완료</a:t>
            </a:r>
            <a:endParaRPr lang="en-US" sz="1600" dirty="0" err="1">
              <a:latin typeface="Arial Black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 값, 복사 버튼, 14분 만료 타이머, 사용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방법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안내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 버튼 클릭 시 키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8_스크린샷_2026-03-23_17303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894DD7-B6CE-FBE8-4345-FDC69F4E12FE}"/>
              </a:ext>
            </a:extLst>
          </p:cNvPr>
          <p:cNvSpPr txBox="1"/>
          <p:nvPr/>
        </p:nvSpPr>
        <p:spPr>
          <a:xfrm>
            <a:off x="3013547" y="2006322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73152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Bookalpie</a:t>
            </a:r>
            <a:r>
              <a:rPr lang="en-US" sz="3600" b="1" dirty="0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3600" b="1" dirty="0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연동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화면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Bookalpie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연동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-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북마크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선택</a:t>
            </a:r>
            <a:endParaRPr lang="en-US" sz="1600" dirty="0" err="1">
              <a:latin typeface="Arial Black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크롬 확장프로그램에서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북마크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클라우드 클릭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9_스크린샷_2026-03-23_17310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7752D9-7A70-697A-11C7-EEA959B46892}"/>
              </a:ext>
            </a:extLst>
          </p:cNvPr>
          <p:cNvSpPr txBox="1"/>
          <p:nvPr/>
        </p:nvSpPr>
        <p:spPr>
          <a:xfrm>
            <a:off x="5381993" y="2439251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D4704C-1FD4-3DCA-9FD5-D6F8D70D0FC1}"/>
              </a:ext>
            </a:extLst>
          </p:cNvPr>
          <p:cNvSpPr txBox="1"/>
          <p:nvPr/>
        </p:nvSpPr>
        <p:spPr>
          <a:xfrm>
            <a:off x="7292715" y="1026914"/>
            <a:ext cx="344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Bookalpie</a:t>
            </a:r>
            <a:r>
              <a:rPr lang="en-US" altLang="ko-KR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연동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 - Notebook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동기화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입력</a:t>
            </a:r>
            <a:endParaRPr lang="en-US" sz="1600" dirty="0" err="1">
              <a:latin typeface="Arial Black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KEY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칸 생성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선택 폴더/북마크 수 표시, 전송 버튼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9_스크린샷_2026-03-23_17313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676C35-284F-532C-407D-6E55ABFBF4F5}"/>
              </a:ext>
            </a:extLst>
          </p:cNvPr>
          <p:cNvSpPr txBox="1"/>
          <p:nvPr/>
        </p:nvSpPr>
        <p:spPr>
          <a:xfrm>
            <a:off x="7630517" y="3074084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Bookalpie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 </a:t>
            </a:r>
            <a:r>
              <a:rPr lang="ko-KR" alt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연동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 -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전송</a:t>
            </a:r>
            <a:r>
              <a:rPr lang="en-US" sz="1600" b="1" dirty="0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dirty="0" err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성공</a:t>
            </a:r>
            <a:endParaRPr lang="en-US" sz="1600" dirty="0" err="1">
              <a:latin typeface="Arial Black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성공적으로 전송되었습니다!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 후 새로 고침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(F5)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9_스크린샷_2026-03-23_17314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73152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url</a:t>
            </a:r>
            <a:r>
              <a:rPr lang="en-US" sz="3600" b="1" dirty="0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 </a:t>
            </a:r>
            <a:r>
              <a:rPr lang="en-US" sz="3600" b="1" dirty="0" err="1">
                <a:solidFill>
                  <a:srgbClr val="FFFFFF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관리</a:t>
            </a:r>
            <a:endParaRPr lang="en-US" sz="3600" dirty="0" err="1">
              <a:latin typeface="Arial Black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10개 화면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북마크 사이드바 - 폴더 구조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동기화된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북마크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 상태 디폴트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9_스크린샷_2026-03-23_17315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5D4122-75B2-4136-F9AD-AB6D6C731FB0}"/>
              </a:ext>
            </a:extLst>
          </p:cNvPr>
          <p:cNvSpPr txBox="1"/>
          <p:nvPr/>
        </p:nvSpPr>
        <p:spPr>
          <a:xfrm>
            <a:off x="411480" y="1929586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북마크 사이드바 - 하위 항목 펼침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북마크 항목 목록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1_스크린샷_2026-03-23_17315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0AE64E5-7956-1803-F5C9-8E0962DCF59B}"/>
              </a:ext>
            </a:extLst>
          </p:cNvPr>
          <p:cNvSpPr txBox="1"/>
          <p:nvPr/>
        </p:nvSpPr>
        <p:spPr>
          <a:xfrm>
            <a:off x="1844315" y="1734713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북마크 사이드바 - 검색 필터링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검색어 입력 시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필터링된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1_스크린샷_2026-03-23_17320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SCR-023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북마크 사이드바 - URL 인코딩 검색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인코딩된 검색어 필터링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2_스크린샷_2026-03-23_17322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북마크 사이드바 - 폴더명 표시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연필 버튼 클릭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2_스크린샷_2026-03-23_17324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16A76E-132E-3112-A7D8-FAAE5D4221EE}"/>
              </a:ext>
            </a:extLst>
          </p:cNvPr>
          <p:cNvSpPr txBox="1"/>
          <p:nvPr/>
        </p:nvSpPr>
        <p:spPr>
          <a:xfrm>
            <a:off x="1176528" y="1823442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북마크 사이드바 - 폴더 이름 변경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호버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시 폴더와 같이 연필 버튼 및 쓰레기통 버튼 활성화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2_스크린샷_2026-03-23_17330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A10F5C-CAA8-35BA-A68C-5FF1F8CBF8B4}"/>
              </a:ext>
            </a:extLst>
          </p:cNvPr>
          <p:cNvSpPr txBox="1"/>
          <p:nvPr/>
        </p:nvSpPr>
        <p:spPr>
          <a:xfrm>
            <a:off x="1604472" y="2119025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북마크 사이드바 - 북마크 이름 편집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개별 북마크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편집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쓰레기통 버튼 클릭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2_스크린샷_2026-03-23_17334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B217B9-C02A-9DFE-D86C-C2E2ED9BE147}"/>
              </a:ext>
            </a:extLst>
          </p:cNvPr>
          <p:cNvSpPr txBox="1"/>
          <p:nvPr/>
        </p:nvSpPr>
        <p:spPr>
          <a:xfrm>
            <a:off x="1731888" y="2093190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북마크 사이드바 - 편집 완료 (항목 삭제됨)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삭제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폴더에 마우스 </a:t>
            </a:r>
            <a:r>
              <a:rPr lang="ko-KR" alt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호버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후 삭제 버튼 클릭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2_스크린샷_2026-03-23_17340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9A8121-A942-529E-8223-6588E145574C}"/>
              </a:ext>
            </a:extLst>
          </p:cNvPr>
          <p:cNvSpPr txBox="1"/>
          <p:nvPr/>
        </p:nvSpPr>
        <p:spPr>
          <a:xfrm>
            <a:off x="1559501" y="1868314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북마크 사이드바 - 폴더 삭제 확인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삭제 확인 모달 (하위 북마크 포함 삭제 경고)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2_스크린샷_2026-03-23_1734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FCF34A-D266-687B-1BB2-5743A2C766FF}"/>
              </a:ext>
            </a:extLst>
          </p:cNvPr>
          <p:cNvSpPr txBox="1"/>
          <p:nvPr/>
        </p:nvSpPr>
        <p:spPr>
          <a:xfrm>
            <a:off x="5696786" y="3059094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북마크 사이드바 - 삭제 완료 (빈 상태)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및 폴더 내 모든 북마크 삭제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2_스크린샷_2026-03-23_17343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73152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URL 추가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화면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북마크 사이드바 - 빈 </a:t>
            </a:r>
            <a:r>
              <a:rPr lang="en-US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상태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버튼 클릭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3_스크린샷_2026-03-23_17345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655A6C-CC9B-E9A9-1D38-FDEB7F6E92EA}"/>
              </a:ext>
            </a:extLst>
          </p:cNvPr>
          <p:cNvSpPr txBox="1"/>
          <p:nvPr/>
        </p:nvSpPr>
        <p:spPr>
          <a:xfrm>
            <a:off x="1746878" y="4282178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SCR-031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URL 추가 모달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크롤링할 웹 페이지 URL 입력 다이얼로그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3_스크린샷_2026-03-23_17350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333C7C-FAAA-C35F-1137-6BD4327CCD31}"/>
              </a:ext>
            </a:extLst>
          </p:cNvPr>
          <p:cNvSpPr txBox="1"/>
          <p:nvPr/>
        </p:nvSpPr>
        <p:spPr>
          <a:xfrm>
            <a:off x="5696786" y="3096570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SCR-032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URL 추가 완료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추가된 URL이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북마크에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표시됨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및 </a:t>
            </a:r>
            <a:r>
              <a:rPr lang="ko-KR" alt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파비콘에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마우스 </a:t>
            </a:r>
            <a:r>
              <a:rPr lang="ko-KR" alt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호버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3_스크린샷_2026-03-23_17351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CB276C-3013-00BD-613E-7D8F13A8CFA0}"/>
              </a:ext>
            </a:extLst>
          </p:cNvPr>
          <p:cNvSpPr txBox="1"/>
          <p:nvPr/>
        </p:nvSpPr>
        <p:spPr>
          <a:xfrm>
            <a:off x="1312163" y="1887450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SCR-033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URL 북마크 - 요약 툴팁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해당 </a:t>
            </a:r>
            <a:r>
              <a:rPr lang="en-US" altLang="ko-KR" sz="1000" dirty="0" err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url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요약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ko-KR" altLang="en-US" sz="1000" dirty="0" err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크롤링이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되지 않은 상태일 경우 요약 내용이 없습니다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.)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3_스크린샷_2026-03-23_17352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56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SCR-034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URL </a:t>
            </a:r>
            <a:r>
              <a:rPr lang="en-US" altLang="ko-KR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북마크</a:t>
            </a:r>
            <a:r>
              <a:rPr lang="en-US" altLang="ko-KR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- </a:t>
            </a:r>
            <a:r>
              <a:rPr lang="en-US" altLang="ko-KR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요약</a:t>
            </a:r>
            <a:r>
              <a:rPr lang="en-US" altLang="ko-KR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altLang="ko-KR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툴팁</a:t>
            </a:r>
            <a:endParaRPr lang="en-US" alt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크롤링이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되었다면 요약 내용이 나옴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3_스크린샷_2026-03-23_17380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73152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채팅 RAG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화면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SCR-035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채팅 - AI 모델 선택 드롭다운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GPT-4o-mini, GPT-5.4-mini, EXAON-4.0-32B 모델 선택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3_스크린샷_2026-03-23_17372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56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9945DB-98DD-38CE-10A3-A8C4E4E0D109}"/>
              </a:ext>
            </a:extLst>
          </p:cNvPr>
          <p:cNvSpPr txBox="1"/>
          <p:nvPr/>
        </p:nvSpPr>
        <p:spPr>
          <a:xfrm>
            <a:off x="4939782" y="4382077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SCR-036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채팅 - 메시지 입력 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입력창에 메시지 작성 중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3_스크린샷_2026-03-23_17373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7FFD81-CE84-2D61-F984-9E8FB65283A8}"/>
              </a:ext>
            </a:extLst>
          </p:cNvPr>
          <p:cNvSpPr txBox="1"/>
          <p:nvPr/>
        </p:nvSpPr>
        <p:spPr>
          <a:xfrm>
            <a:off x="5809212" y="4360902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SCR-037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채팅 - AI 응답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메시지 + AI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표시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크롤링된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기반 답변이지만 기본적인 일상대화는 가능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3_스크린샷_2026-03-23_17374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56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SCR-038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채팅 - 키워드 질의 (소스 부재 응답)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저장된 소스에서 정보를 찾을 수 없을 때 안내 메시지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4_스크린샷_2026-03-23_17384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SCR-039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채팅</a:t>
            </a:r>
            <a:r>
              <a:rPr lang="en-US" altLang="ko-KR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- </a:t>
            </a:r>
            <a:r>
              <a:rPr lang="en-US" altLang="ko-KR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키워드</a:t>
            </a:r>
            <a:r>
              <a:rPr lang="en-US" altLang="ko-KR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altLang="ko-KR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질의</a:t>
            </a:r>
            <a:r>
              <a:rPr lang="en-US" altLang="ko-KR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endParaRPr lang="en-US" alt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 err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크롤링된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altLang="ko-KR" sz="1000" dirty="0" err="1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url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관련 질문 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4_스크린샷_2026-03-23_17421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56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DB8D3B-9805-C540-5EF9-8B5CF6CBB554}"/>
              </a:ext>
            </a:extLst>
          </p:cNvPr>
          <p:cNvSpPr txBox="1"/>
          <p:nvPr/>
        </p:nvSpPr>
        <p:spPr>
          <a:xfrm>
            <a:off x="2713744" y="3833337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D989EF-D6C0-95A7-0747-EFCEDF17B3B5}"/>
              </a:ext>
            </a:extLst>
          </p:cNvPr>
          <p:cNvSpPr txBox="1"/>
          <p:nvPr/>
        </p:nvSpPr>
        <p:spPr>
          <a:xfrm>
            <a:off x="5763718" y="4247727"/>
            <a:ext cx="344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②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SCR-040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채팅 - RAG </a:t>
            </a:r>
            <a:r>
              <a:rPr lang="en-US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기반</a:t>
            </a: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응</a:t>
            </a:r>
            <a:r>
              <a:rPr lang="ko-KR" alt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북마크 소스 기반 상세 AI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58174_스크린샷_2026-03-23_17424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56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SCR-101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북마크 체크 해제 상태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쳌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해제 상태일 경우 해당 </a:t>
            </a:r>
            <a:r>
              <a:rPr lang="en-US" altLang="ko-KR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내용을 답변하지 못함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58176_스크린샷_2026-03-23_17462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56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SCR-041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외부</a:t>
            </a:r>
            <a:r>
              <a:rPr lang="en-US" altLang="ko-KR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altLang="ko-KR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페이지</a:t>
            </a:r>
            <a:r>
              <a:rPr lang="en-US" altLang="ko-KR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이동</a:t>
            </a:r>
            <a:endParaRPr lang="en-US" alt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파비콘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및 이름 클릭 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58174_스크린샷_2026-03-23_17425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871D50-323B-0641-94DE-82F228AE3459}"/>
              </a:ext>
            </a:extLst>
          </p:cNvPr>
          <p:cNvSpPr txBox="1"/>
          <p:nvPr/>
        </p:nvSpPr>
        <p:spPr>
          <a:xfrm>
            <a:off x="1304668" y="1887450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SCR-042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외부</a:t>
            </a: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페이지</a:t>
            </a: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브라우저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44914_스크린샷_2026-03-23_17420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56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73152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 만들기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9개 화면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F1523-A43F-5A01-41B0-1094881A3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B90D66-F80C-212A-18BA-7A7A71DAAD47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1BEB137-66B4-7D90-697F-791DDF003A9A}"/>
              </a:ext>
            </a:extLst>
          </p:cNvPr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EF457E7-8C63-DE2A-963B-E0129D1B6431}"/>
              </a:ext>
            </a:extLst>
          </p:cNvPr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7B2B5A7-7F71-EE60-37DD-C4C1165D1BE7}"/>
              </a:ext>
            </a:extLst>
          </p:cNvPr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SCR-043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A680B9B-15B7-1B56-9A6A-3F5703B7BCBB}"/>
              </a:ext>
            </a:extLst>
          </p:cNvPr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</a:t>
            </a:r>
            <a:r>
              <a:rPr lang="en-US" altLang="ko-KR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altLang="ko-KR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만들기</a:t>
            </a:r>
            <a:r>
              <a:rPr lang="en-US" altLang="ko-KR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</a:t>
            </a:r>
            <a:r>
              <a:rPr lang="ko-KR" alt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채팅 모드 전환</a:t>
            </a:r>
            <a:endParaRPr lang="en-US" altLang="ko-KR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0FFF08F-9EEF-B8B2-364B-2CAEE55A7B93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만들기 클릭 시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C73C15-79A5-9D4E-C94A-857620BFE2C6}"/>
              </a:ext>
            </a:extLst>
          </p:cNvPr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58174_스크린샷_2026-03-23_174253.png">
            <a:extLst>
              <a:ext uri="{FF2B5EF4-FFF2-40B4-BE49-F238E27FC236}">
                <a16:creationId xmlns:a16="http://schemas.microsoft.com/office/drawing/2014/main" id="{C7329FBB-D657-0D67-4951-1B3B86F5AE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15589279-558E-7602-52BB-524740F4E144}"/>
              </a:ext>
            </a:extLst>
          </p:cNvPr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53DDE2-331D-D7CA-C057-D52F7B57B568}"/>
              </a:ext>
            </a:extLst>
          </p:cNvPr>
          <p:cNvSpPr txBox="1"/>
          <p:nvPr/>
        </p:nvSpPr>
        <p:spPr>
          <a:xfrm>
            <a:off x="7465626" y="3289030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4639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SCR-044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 만들기 - 에이전트 모드 활성화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어떤 문서를 작성해 볼까요? 안내 + 에이전트 모드 활성화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58174_스크린샷_2026-03-23_17425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0EFB99-9379-396C-EA0E-2F63568E554E}"/>
              </a:ext>
            </a:extLst>
          </p:cNvPr>
          <p:cNvSpPr txBox="1"/>
          <p:nvPr/>
        </p:nvSpPr>
        <p:spPr>
          <a:xfrm>
            <a:off x="2548852" y="3836171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SCR-045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 만들기 - 요청 입력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에오트리케라톱스 도감 만들자 입력 중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58174_스크린샷_2026-03-23_1743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D2CDA6-3EAD-92A2-371B-9E04F0C720CB}"/>
              </a:ext>
            </a:extLst>
          </p:cNvPr>
          <p:cNvSpPr txBox="1"/>
          <p:nvPr/>
        </p:nvSpPr>
        <p:spPr>
          <a:xfrm>
            <a:off x="5816708" y="4282178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SCR-046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 만들기 - 워크플로우 단계 (Thinking)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분석 → 목차 작성 → 초안 작성 → 최종 문서 단계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58175_스크린샷_2026-03-23_17433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56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SCR-047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 만들기 - 요구사항 분석 완료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목적, 대상 독자, 핵심 주제, 포함 내용 분석 결과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58175_스크린샷_2026-03-23_17434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56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SCR-048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 만들기 - 목차 </a:t>
            </a:r>
            <a:r>
              <a:rPr lang="en-US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구성</a:t>
            </a: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사용자의 승인 시 다음 작업으로 </a:t>
            </a:r>
            <a:r>
              <a:rPr lang="ko-KR" alt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넘어감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 요청 시 수정 및 되돌아가기 모두 가능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58175_스크린샷_2026-03-23_17445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269823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56</a:t>
            </a:r>
            <a:endParaRPr lang="en-US" sz="900" dirty="0"/>
          </a:p>
        </p:txBody>
      </p:sp>
      <p:pic>
        <p:nvPicPr>
          <p:cNvPr id="11" name="Image 0" descr="/mnt/user-data/uploads/1774265858175_스크린샷_2026-03-23_174516.png">
            <a:extLst>
              <a:ext uri="{FF2B5EF4-FFF2-40B4-BE49-F238E27FC236}">
                <a16:creationId xmlns:a16="http://schemas.microsoft.com/office/drawing/2014/main" id="{EB7FF4CC-8E5A-8DFD-9F2D-2586CE2227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71170" y="1234440"/>
            <a:ext cx="2817402" cy="3657600"/>
          </a:xfrm>
          <a:prstGeom prst="rect">
            <a:avLst/>
          </a:prstGeom>
        </p:spPr>
      </p:pic>
      <p:pic>
        <p:nvPicPr>
          <p:cNvPr id="12" name="Image 0" descr="/mnt/user-data/uploads/1774265858175_스크린샷_2026-03-23_174602.png">
            <a:extLst>
              <a:ext uri="{FF2B5EF4-FFF2-40B4-BE49-F238E27FC236}">
                <a16:creationId xmlns:a16="http://schemas.microsoft.com/office/drawing/2014/main" id="{28C15EA6-FCBE-82C5-EF79-19257E6433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34293" y="1243584"/>
            <a:ext cx="2698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SCR-049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 만들기 - 전체 워크플로우 완료 (전체 뷰)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워크플로우 단계 완료 + 최종 문서 패널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58176_스크린샷_2026-03-23_17460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55B839-4C6D-0935-9E92-A1EB008E131F}"/>
              </a:ext>
            </a:extLst>
          </p:cNvPr>
          <p:cNvSpPr txBox="1"/>
          <p:nvPr/>
        </p:nvSpPr>
        <p:spPr>
          <a:xfrm>
            <a:off x="7577328" y="4454128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SCR-050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문서 만들기 - 채팅 모드로 돌아가기 모달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워크플로우 세션 삭제 경고 확인 다이얼로그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58176_스크린샷_2026-03-23_17461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2590FD-C40F-6B29-5A05-4F46394874F0}"/>
              </a:ext>
            </a:extLst>
          </p:cNvPr>
          <p:cNvSpPr txBox="1"/>
          <p:nvPr/>
        </p:nvSpPr>
        <p:spPr>
          <a:xfrm>
            <a:off x="5703558" y="3040530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SCR-051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채팅</a:t>
            </a: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/>
              <a:t>Kalpie</a:t>
            </a:r>
            <a:r>
              <a:rPr lang="en-US" sz="1000" dirty="0"/>
              <a:t> </a:t>
            </a:r>
            <a:r>
              <a:rPr lang="ko-KR" altLang="en-US" sz="1000" dirty="0"/>
              <a:t>아이콘 클릭 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58176_스크린샷_2026-03-23_17461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FCD60B-B03D-D820-C1E7-93B9A84A3EC0}"/>
              </a:ext>
            </a:extLst>
          </p:cNvPr>
          <p:cNvSpPr txBox="1"/>
          <p:nvPr/>
        </p:nvSpPr>
        <p:spPr>
          <a:xfrm>
            <a:off x="1371600" y="1128322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284D2A-8D40-5A59-32CA-809A5B4B8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934146-2FA3-90CA-9054-31FE9858F1AF}"/>
              </a:ext>
            </a:extLst>
          </p:cNvPr>
          <p:cNvSpPr/>
          <p:nvPr/>
        </p:nvSpPr>
        <p:spPr>
          <a:xfrm>
            <a:off x="0" y="2103120"/>
            <a:ext cx="73152" cy="914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383244-1484-4AC1-FEEC-D9F8847BD2B9}"/>
              </a:ext>
            </a:extLst>
          </p:cNvPr>
          <p:cNvSpPr/>
          <p:nvPr/>
        </p:nvSpPr>
        <p:spPr>
          <a:xfrm>
            <a:off x="36576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600" b="1">
                <a:solidFill>
                  <a:srgbClr val="FFFFFF"/>
                </a:solidFill>
                <a:latin typeface="Arial Black"/>
                <a:ea typeface="맑은 고딕"/>
              </a:rPr>
              <a:t>이동 및 로그아웃</a:t>
            </a:r>
            <a:endParaRPr lang="en-US" sz="3600" b="1">
              <a:solidFill>
                <a:srgbClr val="FFFFFF"/>
              </a:solidFill>
              <a:latin typeface="Arial Black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4E16EC-A326-6C2D-6566-2C3D77CDE91F}"/>
              </a:ext>
            </a:extLst>
          </p:cNvPr>
          <p:cNvSpPr/>
          <p:nvPr/>
        </p:nvSpPr>
        <p:spPr>
          <a:xfrm>
            <a:off x="365760" y="2651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2개 </a:t>
            </a:r>
            <a:r>
              <a:rPr lang="en-US" sz="1600" dirty="0" err="1">
                <a:solidFill>
                  <a:srgbClr val="9CA3AF"/>
                </a:solidFill>
                <a:latin typeface="Calibri"/>
                <a:ea typeface="Calibri"/>
                <a:cs typeface="Calibri"/>
              </a:rPr>
              <a:t>화면</a:t>
            </a:r>
            <a:endParaRPr lang="en-US" sz="1600" dirty="0" err="1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46634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C2CC4-F34A-F0ED-8C3C-73AFF9E0C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1E2EBD-240C-E719-385C-9BC06EB5F95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7D1B6D-ABAA-98CC-3AF2-BB453CEF86BC}"/>
              </a:ext>
            </a:extLst>
          </p:cNvPr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4D7E94D-D9BC-0075-C704-CDF80FACF536}"/>
              </a:ext>
            </a:extLst>
          </p:cNvPr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AE1FF5-F375-4428-B25E-E88E822BA92E}"/>
              </a:ext>
            </a:extLst>
          </p:cNvPr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SCR-052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2CAD6F-7356-A006-28B5-87010312A2CC}"/>
              </a:ext>
            </a:extLst>
          </p:cNvPr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600" b="1">
                <a:solidFill>
                  <a:srgbClr val="1E1B2E"/>
                </a:solidFill>
                <a:latin typeface="Arial Black"/>
                <a:ea typeface="Arial Black" pitchFamily="34" charset="-122"/>
                <a:cs typeface="Arial Black" pitchFamily="34" charset="-120"/>
              </a:rPr>
              <a:t>노트북 목록</a:t>
            </a:r>
            <a:endParaRPr lang="en-US" altLang="ko-KR" sz="1600" b="1">
              <a:solidFill>
                <a:srgbClr val="1E1B2E"/>
              </a:solidFill>
              <a:latin typeface="Arial Black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0F68AFF-B3ED-5C70-1A82-AC0F5BCC46DE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노트북 목록 화면으로 이동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세션이 있을 경우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)/  Logout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버튼 클릭 시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C99282-1FC9-BFD8-096C-1F6853F038AC}"/>
              </a:ext>
            </a:extLst>
          </p:cNvPr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6_스크린샷_2026-03-23_172841.png">
            <a:extLst>
              <a:ext uri="{FF2B5EF4-FFF2-40B4-BE49-F238E27FC236}">
                <a16:creationId xmlns:a16="http://schemas.microsoft.com/office/drawing/2014/main" id="{73509DC8-B066-2828-093A-9ED291E859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1EEF2445-8B75-CD36-5AC2-4728EBC4DC1A}"/>
              </a:ext>
            </a:extLst>
          </p:cNvPr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56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860DC6-D73D-B788-2918-48CD9DD86D60}"/>
              </a:ext>
            </a:extLst>
          </p:cNvPr>
          <p:cNvSpPr txBox="1"/>
          <p:nvPr/>
        </p:nvSpPr>
        <p:spPr>
          <a:xfrm>
            <a:off x="8296656" y="1097280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00203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70794-0B80-8432-59CB-BDDEB197A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ED5D1E-673C-9FB2-79C6-350CF06B542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32839E-6202-1C8C-0F82-A3D4D7913D07}"/>
              </a:ext>
            </a:extLst>
          </p:cNvPr>
          <p:cNvSpPr/>
          <p:nvPr/>
        </p:nvSpPr>
        <p:spPr>
          <a:xfrm>
            <a:off x="0" y="676656"/>
            <a:ext cx="914400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401209E-DA52-451E-9C86-913FD4008C53}"/>
              </a:ext>
            </a:extLst>
          </p:cNvPr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5B8081-5283-FE4A-345E-71A03C0F49F2}"/>
              </a:ext>
            </a:extLst>
          </p:cNvPr>
          <p:cNvSpPr/>
          <p:nvPr/>
        </p:nvSpPr>
        <p:spPr>
          <a:xfrm>
            <a:off x="365760" y="137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SCR-053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1E3352F-A5F8-0970-1FF0-30C922B713E0}"/>
              </a:ext>
            </a:extLst>
          </p:cNvPr>
          <p:cNvSpPr/>
          <p:nvPr/>
        </p:nvSpPr>
        <p:spPr>
          <a:xfrm>
            <a:off x="1371600" y="1097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로그인</a:t>
            </a:r>
            <a:r>
              <a:rPr 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ko-KR" altLang="en-US" sz="1600" b="1" dirty="0">
                <a:solidFill>
                  <a:srgbClr val="1E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페이지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943C6A-E050-C5F5-544B-BC2DD9CB91C5}"/>
              </a:ext>
            </a:extLst>
          </p:cNvPr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초기화면으로 </a:t>
            </a:r>
            <a:r>
              <a:rPr lang="ko-KR" altLang="en-US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돌아감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세션이 없을 경우 </a:t>
            </a:r>
            <a:r>
              <a:rPr lang="en-US" altLang="ko-KR" sz="10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Kalpie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아이콘 클릭 시 로그인 페이지로 이동</a:t>
            </a:r>
            <a:r>
              <a:rPr lang="en-US" altLang="ko-KR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962A44C-70D0-1C36-5012-2A0986C15B36}"/>
              </a:ext>
            </a:extLst>
          </p:cNvPr>
          <p:cNvSpPr/>
          <p:nvPr/>
        </p:nvSpPr>
        <p:spPr>
          <a:xfrm>
            <a:off x="411480" y="1188720"/>
            <a:ext cx="832104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/mnt/user-data/uploads/1774265825546_스크린샷_2026-03-23_172749.png">
            <a:extLst>
              <a:ext uri="{FF2B5EF4-FFF2-40B4-BE49-F238E27FC236}">
                <a16:creationId xmlns:a16="http://schemas.microsoft.com/office/drawing/2014/main" id="{B2648EF8-EC7F-C759-F73B-218DBC242A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34440"/>
            <a:ext cx="8229600" cy="365760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F9FFDA84-94B2-4D93-ACA0-8A9EF5A66EE5}"/>
              </a:ext>
            </a:extLst>
          </p:cNvPr>
          <p:cNvSpPr/>
          <p:nvPr/>
        </p:nvSpPr>
        <p:spPr>
          <a:xfrm>
            <a:off x="7772400" y="4846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56</a:t>
            </a:r>
            <a:endParaRPr 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CA5EFD-A300-FCD2-93D8-12D30F280294}"/>
              </a:ext>
            </a:extLst>
          </p:cNvPr>
          <p:cNvSpPr txBox="1"/>
          <p:nvPr/>
        </p:nvSpPr>
        <p:spPr>
          <a:xfrm>
            <a:off x="7680960" y="1362456"/>
            <a:ext cx="390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FF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①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929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KALPIE 화면설계서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1225</Words>
  <Application>Microsoft Office PowerPoint</Application>
  <PresentationFormat>화면 슬라이드 쇼(16:9)</PresentationFormat>
  <Paragraphs>358</Paragraphs>
  <Slides>66</Slides>
  <Notes>66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66</vt:i4>
      </vt:variant>
    </vt:vector>
  </HeadingPairs>
  <TitlesOfParts>
    <vt:vector size="72" baseType="lpstr">
      <vt:lpstr>Noto Sans KR</vt:lpstr>
      <vt:lpstr>Arial</vt:lpstr>
      <vt:lpstr>Arial Black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KALPIE 화면설계서</dc:title>
  <dc:subject>PptxGenJS Presentation</dc:subject>
  <dc:creator>KALPIE</dc:creator>
  <cp:lastModifiedBy>자슈아주원 최</cp:lastModifiedBy>
  <cp:revision>181</cp:revision>
  <dcterms:created xsi:type="dcterms:W3CDTF">2026-03-23T11:40:29Z</dcterms:created>
  <dcterms:modified xsi:type="dcterms:W3CDTF">2026-03-24T00:07:48Z</dcterms:modified>
</cp:coreProperties>
</file>