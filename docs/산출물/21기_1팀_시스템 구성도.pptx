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21기 1팀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시스템 구성도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0" y="2926080"/>
            <a:ext cx="27432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B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작성일: 3월 23일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작성자: 이명준(PM)  박내은  우재현  최자슈아주원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0109" y="365760"/>
            <a:ext cx="4883781" cy="44119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1471" y="365760"/>
            <a:ext cx="5201059" cy="44119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1082" y="365760"/>
            <a:ext cx="3881836" cy="44119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0665" y="365760"/>
            <a:ext cx="4122670" cy="44119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21기 1팀 시스템 구성도</dc:title>
  <dc:subject>PptxGenJS Presentation</dc:subject>
  <dc:creator>이명준(PM) 박내은 우재현 최자슈아주원</dc:creator>
  <cp:lastModifiedBy>이명준(PM) 박내은 우재현 최자슈아주원</cp:lastModifiedBy>
  <cp:revision>1</cp:revision>
  <dcterms:created xsi:type="dcterms:W3CDTF">2026-03-24T06:32:52Z</dcterms:created>
  <dcterms:modified xsi:type="dcterms:W3CDTF">2026-03-24T06:32:52Z</dcterms:modified>
</cp:coreProperties>
</file>